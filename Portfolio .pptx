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MT Condensed Italics" charset="1" panose="02030506070405090303"/>
      <p:regular r:id="rId17"/>
    </p:embeddedFont>
    <p:embeddedFont>
      <p:font typeface="Helvetica World" charset="1" panose="020B0500040000020004"/>
      <p:regular r:id="rId18"/>
    </p:embeddedFont>
    <p:embeddedFont>
      <p:font typeface="Helvetica World Bold" charset="1" panose="020B0800040000020004"/>
      <p:regular r:id="rId19"/>
    </p:embeddedFont>
    <p:embeddedFont>
      <p:font typeface="Helvetica World Bold Italics" charset="1" panose="020B080004000009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6350" y="1698388"/>
            <a:ext cx="8115300" cy="305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i="true" spc="-1200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Personal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32481" y="7305681"/>
            <a:ext cx="7171014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spc="-3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MARYAM MOHAMED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086350" y="3952638"/>
            <a:ext cx="8115300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 spc="-8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Portfolio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3372" y="8260952"/>
            <a:ext cx="12241257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spc="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</a:t>
            </a:r>
            <a:r>
              <a:rPr lang="en-US" sz="2400" spc="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LEARNING &amp; DATA ANALYSIS ENGINEER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1925590"/>
            <a:chOff x="0" y="0"/>
            <a:chExt cx="5501641" cy="2567453"/>
          </a:xfrm>
        </p:grpSpPr>
        <p:sp>
          <p:nvSpPr>
            <p:cNvPr name="AutoShape 3" id="3"/>
            <p:cNvSpPr/>
            <p:nvPr/>
          </p:nvSpPr>
          <p:spPr>
            <a:xfrm>
              <a:off x="0" y="25420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501641" cy="1964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Table of Contents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865682" y="1047820"/>
            <a:ext cx="5393618" cy="22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OLIVIA WILSON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65682" y="1397635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437120"/>
            <a:ext cx="2063115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41853" y="74371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122920"/>
            <a:ext cx="2063115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Education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41853" y="81229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808720"/>
            <a:ext cx="2063115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Skills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41853" y="88087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20943" y="7437120"/>
            <a:ext cx="2813153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Work Experience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34096" y="74371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0943" y="8122920"/>
            <a:ext cx="2063115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Services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4096" y="81229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0943" y="8808720"/>
            <a:ext cx="2427389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My Process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34096" y="88087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13186" y="7437120"/>
            <a:ext cx="2063115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26339" y="74371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95827" y="8990647"/>
            <a:ext cx="326946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36708" y="8990647"/>
            <a:ext cx="2051566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GET IN TOUCH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1220740"/>
            <a:chOff x="0" y="0"/>
            <a:chExt cx="5501641" cy="1627653"/>
          </a:xfrm>
        </p:grpSpPr>
        <p:sp>
          <p:nvSpPr>
            <p:cNvPr name="AutoShape 3" id="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501641" cy="10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About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4061" y="2541440"/>
            <a:ext cx="6716860" cy="6716860"/>
          </a:xfrm>
          <a:custGeom>
            <a:avLst/>
            <a:gdLst/>
            <a:ahLst/>
            <a:cxnLst/>
            <a:rect r="r" b="b" t="t" l="l"/>
            <a:pathLst>
              <a:path h="6716860" w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65682" y="1047820"/>
            <a:ext cx="5393618" cy="2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MARYAM MOHAMED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65682" y="1397635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71678"/>
            <a:ext cx="6191037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I'm a Data Analyst &amp; Machine Learning Engineer passionate about turning complex datasets into clear, actionable business insights.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965530"/>
            <a:ext cx="6534159" cy="222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218" spc="-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From Raw Data to Smart Decisions.</a:t>
            </a:r>
          </a:p>
          <a:p>
            <a:pPr algn="l">
              <a:lnSpc>
                <a:spcPts val="3549"/>
              </a:lnSpc>
            </a:pPr>
            <a:r>
              <a:rPr lang="en-US" sz="2218" spc="-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 analyze data, uncover hidden insights, predict outc</a:t>
            </a:r>
            <a:r>
              <a:rPr lang="en-US" sz="2218" spc="-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omes, and build machine learning solutions that turn information into real-world impact.</a:t>
            </a:r>
          </a:p>
          <a:p>
            <a:pPr algn="l">
              <a:lnSpc>
                <a:spcPts val="354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569916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1220740"/>
            <a:chOff x="0" y="0"/>
            <a:chExt cx="5501641" cy="1627653"/>
          </a:xfrm>
        </p:grpSpPr>
        <p:sp>
          <p:nvSpPr>
            <p:cNvPr name="AutoShape 3" id="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501641" cy="10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Education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00916" y="0"/>
            <a:ext cx="6187084" cy="10287000"/>
          </a:xfrm>
          <a:custGeom>
            <a:avLst/>
            <a:gdLst/>
            <a:ahLst/>
            <a:cxnLst/>
            <a:rect r="r" b="b" t="t" l="l"/>
            <a:pathLst>
              <a:path h="10287000" w="6187084">
                <a:moveTo>
                  <a:pt x="0" y="0"/>
                </a:moveTo>
                <a:lnTo>
                  <a:pt x="6187084" y="0"/>
                </a:lnTo>
                <a:lnTo>
                  <a:pt x="61870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5" r="-9149" b="-1011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00916" y="438565"/>
            <a:ext cx="5393618" cy="2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MARYAM M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HAMED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77456" y="739640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64898" y="98374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17784"/>
            <a:ext cx="5757743" cy="153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400" i="true" spc="-48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Bachelor of Computer Science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400" i="true" spc="-48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Suez Canal University — Ismailia, Egypt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400" i="true" spc="-48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2024 – 2028 | Expected Graduation: 2028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7274" y="5742706"/>
            <a:ext cx="7435404" cy="6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0"/>
              </a:lnSpc>
              <a:spcBef>
                <a:spcPct val="0"/>
              </a:spcBef>
            </a:pPr>
            <a:r>
              <a:rPr lang="en-US" b="true" sz="3419" spc="-6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Faculty of computers and informatics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1323" y="7351395"/>
            <a:ext cx="5995120" cy="258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400" i="true" spc="-48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Studying Programming, Data Structures, Databases, Data Analysis, Machine Learning, Artificial Intelligence, Mathematics, Statistics, and Web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1220740"/>
            <a:chOff x="0" y="0"/>
            <a:chExt cx="5501641" cy="1627653"/>
          </a:xfrm>
        </p:grpSpPr>
        <p:sp>
          <p:nvSpPr>
            <p:cNvPr name="AutoShape 3" id="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501641" cy="10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Skills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194959"/>
            <a:ext cx="1108412" cy="1339282"/>
          </a:xfrm>
          <a:custGeom>
            <a:avLst/>
            <a:gdLst/>
            <a:ahLst/>
            <a:cxnLst/>
            <a:rect r="r" b="b" t="t" l="l"/>
            <a:pathLst>
              <a:path h="1339282" w="1108412">
                <a:moveTo>
                  <a:pt x="0" y="0"/>
                </a:moveTo>
                <a:lnTo>
                  <a:pt x="1108412" y="0"/>
                </a:lnTo>
                <a:lnTo>
                  <a:pt x="1108412" y="1339282"/>
                </a:lnTo>
                <a:lnTo>
                  <a:pt x="0" y="1339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91377" y="4375479"/>
            <a:ext cx="969349" cy="978242"/>
          </a:xfrm>
          <a:custGeom>
            <a:avLst/>
            <a:gdLst/>
            <a:ahLst/>
            <a:cxnLst/>
            <a:rect r="r" b="b" t="t" l="l"/>
            <a:pathLst>
              <a:path h="978242" w="969349">
                <a:moveTo>
                  <a:pt x="0" y="0"/>
                </a:moveTo>
                <a:lnTo>
                  <a:pt x="969349" y="0"/>
                </a:lnTo>
                <a:lnTo>
                  <a:pt x="969349" y="978242"/>
                </a:lnTo>
                <a:lnTo>
                  <a:pt x="0" y="978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29637" y="4194959"/>
            <a:ext cx="1395918" cy="1339282"/>
          </a:xfrm>
          <a:custGeom>
            <a:avLst/>
            <a:gdLst/>
            <a:ahLst/>
            <a:cxnLst/>
            <a:rect r="r" b="b" t="t" l="l"/>
            <a:pathLst>
              <a:path h="1339282" w="1395918">
                <a:moveTo>
                  <a:pt x="0" y="0"/>
                </a:moveTo>
                <a:lnTo>
                  <a:pt x="1395917" y="0"/>
                </a:lnTo>
                <a:lnTo>
                  <a:pt x="1395917" y="1339282"/>
                </a:lnTo>
                <a:lnTo>
                  <a:pt x="0" y="1339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29888" y="4375479"/>
            <a:ext cx="1512803" cy="978242"/>
          </a:xfrm>
          <a:custGeom>
            <a:avLst/>
            <a:gdLst/>
            <a:ahLst/>
            <a:cxnLst/>
            <a:rect r="r" b="b" t="t" l="l"/>
            <a:pathLst>
              <a:path h="978242" w="1512803">
                <a:moveTo>
                  <a:pt x="0" y="0"/>
                </a:moveTo>
                <a:lnTo>
                  <a:pt x="1512803" y="0"/>
                </a:lnTo>
                <a:lnTo>
                  <a:pt x="1512803" y="978242"/>
                </a:lnTo>
                <a:lnTo>
                  <a:pt x="0" y="978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30574" y="4285219"/>
            <a:ext cx="1046248" cy="1158762"/>
          </a:xfrm>
          <a:custGeom>
            <a:avLst/>
            <a:gdLst/>
            <a:ahLst/>
            <a:cxnLst/>
            <a:rect r="r" b="b" t="t" l="l"/>
            <a:pathLst>
              <a:path h="1158762" w="1046248">
                <a:moveTo>
                  <a:pt x="0" y="0"/>
                </a:moveTo>
                <a:lnTo>
                  <a:pt x="1046248" y="0"/>
                </a:lnTo>
                <a:lnTo>
                  <a:pt x="1046248" y="1158762"/>
                </a:lnTo>
                <a:lnTo>
                  <a:pt x="0" y="11587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65682" y="1047820"/>
            <a:ext cx="5393618" cy="2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MARYAM M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HAMED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65682" y="1397635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058116"/>
            <a:ext cx="267207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846719"/>
            <a:ext cx="2628726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Exploratory Data Analysis (EDA), Statisti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 Analysis, Data Cleaning &amp; Preprocessing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30574" y="6058116"/>
            <a:ext cx="20631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Tools Used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30574" y="6846719"/>
            <a:ext cx="2628726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Python, SQL, Pow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 BI,  Scikit-Learn, Pandas, NumPy, Git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29637" y="6058116"/>
            <a:ext cx="241109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Visualization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29637" y="6846719"/>
            <a:ext cx="2628726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Interactive Dashboards, Data Storytelling, KPI Tracking, R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eporting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64970" y="6058116"/>
            <a:ext cx="3400468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29168" y="6846719"/>
            <a:ext cx="2628726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Supervised &amp; Unsupervised Learning, Feature Engine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ering, Model Evaluation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29888" y="6058116"/>
            <a:ext cx="20631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Databases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29888" y="6846719"/>
            <a:ext cx="2628726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SQL Query Optimization, Data Wrangling, Database Management, ETL Pip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elines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26339" y="88087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1925590"/>
            <a:chOff x="0" y="0"/>
            <a:chExt cx="5501641" cy="2567453"/>
          </a:xfrm>
        </p:grpSpPr>
        <p:sp>
          <p:nvSpPr>
            <p:cNvPr name="AutoShape 3" id="3"/>
            <p:cNvSpPr/>
            <p:nvPr/>
          </p:nvSpPr>
          <p:spPr>
            <a:xfrm>
              <a:off x="0" y="25420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501641" cy="1964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Work Experience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100916" y="438565"/>
            <a:ext cx="5393618" cy="2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MARYAM M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HAMED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77456" y="739640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2220" y="9393605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18570" y="1450419"/>
            <a:ext cx="10669430" cy="344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400" i="true" spc="-48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Programming Instructor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400" i="true" spc="-48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PFK | 2026 – Present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400" i="true" spc="-48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    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Teaching Python programming concepts to students through practical, project-based learning.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Supporting learners with clear explanations and practical coding exercises.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</a:p>
          <a:p>
            <a:pPr algn="ctr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52590" y="4472412"/>
            <a:ext cx="11474530" cy="205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  <a:spcBef>
                <a:spcPct val="0"/>
              </a:spcBef>
            </a:pPr>
            <a:r>
              <a:rPr lang="en-US" b="true" sz="2257" i="true" spc="-90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Machine Learning Engineer Trainee</a:t>
            </a:r>
          </a:p>
          <a:p>
            <a:pPr algn="ctr">
              <a:lnSpc>
                <a:spcPts val="3160"/>
              </a:lnSpc>
              <a:spcBef>
                <a:spcPct val="0"/>
              </a:spcBef>
            </a:pPr>
            <a:r>
              <a:rPr lang="en-US" b="true" sz="2257" i="true" spc="-90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Digital Egypt Pioneers Initiative (DEPI) | 2026</a:t>
            </a:r>
          </a:p>
          <a:p>
            <a:pPr algn="ctr">
              <a:lnSpc>
                <a:spcPts val="3160"/>
              </a:lnSpc>
              <a:spcBef>
                <a:spcPct val="0"/>
              </a:spcBef>
            </a:pPr>
            <a:r>
              <a:rPr lang="en-US" sz="2257" spc="-9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Training in Machine Learning and Artificial Intelligence.</a:t>
            </a:r>
          </a:p>
          <a:p>
            <a:pPr algn="ctr">
              <a:lnSpc>
                <a:spcPts val="3160"/>
              </a:lnSpc>
              <a:spcBef>
                <a:spcPct val="0"/>
              </a:spcBef>
            </a:pPr>
            <a:r>
              <a:rPr lang="en-US" sz="2257" spc="-9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Studying Python, NumPy, Pandas, Data Preprocessing, Mathematics, Statistics, and Deep Learning.</a:t>
            </a:r>
          </a:p>
          <a:p>
            <a:pPr algn="ctr">
              <a:lnSpc>
                <a:spcPts val="3160"/>
              </a:lnSpc>
              <a:spcBef>
                <a:spcPct val="0"/>
              </a:spcBef>
            </a:pPr>
            <a:r>
              <a:rPr lang="en-US" sz="2257" spc="-9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Applying machine learning concepts through practical exercises and projects.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82880" y="7066838"/>
            <a:ext cx="9411653" cy="214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b="true" sz="2376" i="true" spc="-95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Data Analysis Trainee</a:t>
            </a:r>
          </a:p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b="true" sz="2376" i="true" spc="-95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NTI | 2026</a:t>
            </a:r>
          </a:p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sz="2376" spc="-9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Trained in Data Analysis using Excel, Python, and SQL.</a:t>
            </a:r>
          </a:p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sz="2376" spc="-9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Practiced data cleaning, analysis, transformation, and database fundamentals.</a:t>
            </a:r>
          </a:p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sz="2376" spc="-9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Developed practical skills for extracting insights from structured datasets.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1220740"/>
            <a:chOff x="0" y="0"/>
            <a:chExt cx="5501641" cy="1627653"/>
          </a:xfrm>
        </p:grpSpPr>
        <p:sp>
          <p:nvSpPr>
            <p:cNvPr name="AutoShape 3" id="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501641" cy="10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Services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52853" y="3314700"/>
            <a:ext cx="2751252" cy="27512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865682" y="1047820"/>
            <a:ext cx="5393618" cy="2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MARYAM M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HAMED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65682" y="1397635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87384" y="4095328"/>
            <a:ext cx="1882190" cy="12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Exploratory Da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 Analysis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629422" y="3325254"/>
            <a:ext cx="2751252" cy="275125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865682" y="3927844"/>
            <a:ext cx="2080461" cy="162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Visualization &amp; Dashboards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508048" y="3335807"/>
            <a:ext cx="2751252" cy="275125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942579" y="4116435"/>
            <a:ext cx="1882190" cy="12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ine Learning Modeling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752853" y="6189201"/>
            <a:ext cx="2751252" cy="275125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989113" y="6784129"/>
            <a:ext cx="2876569" cy="12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ata   Preprocessing</a:t>
            </a:r>
          </a:p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&amp; Cleaning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29422" y="6199755"/>
            <a:ext cx="2751252" cy="275125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063953" y="7184179"/>
            <a:ext cx="1882190" cy="82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dictive Analytics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508048" y="6210308"/>
            <a:ext cx="2751252" cy="275125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942579" y="6990936"/>
            <a:ext cx="1882190" cy="12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SQL &amp; Da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tabase Querying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3228975"/>
            <a:ext cx="6724028" cy="385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 buil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-driven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olu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ions and m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rning wo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kfl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sform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mplex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in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ins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ight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ough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nds-on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experience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ry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lysis,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redic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ive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erac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visu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za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I focus on solv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real-world problem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 cla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y,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ff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iency,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 rigor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88087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1220740"/>
            <a:chOff x="0" y="0"/>
            <a:chExt cx="5501641" cy="1627653"/>
          </a:xfrm>
        </p:grpSpPr>
        <p:sp>
          <p:nvSpPr>
            <p:cNvPr name="AutoShape 3" id="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501641" cy="10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My Process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865682" y="1047820"/>
            <a:ext cx="5393618" cy="2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MARYAM M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HAMED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65682" y="1397635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1506" y="3690495"/>
            <a:ext cx="282431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Collection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79098"/>
            <a:ext cx="340046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 definition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database querying &amp; raw data gathering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49072" y="3690495"/>
            <a:ext cx="319172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Deployment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30574" y="4479098"/>
            <a:ext cx="2628726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Dashboard creation, model integration &amp; insight r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eporting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12442" y="3690495"/>
            <a:ext cx="20631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68655" y="4479098"/>
            <a:ext cx="3411671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Selecting algorithms, training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ML models &amp; hyperparameter tuning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72527" y="7211854"/>
            <a:ext cx="413991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Cleaning (EDA)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35817" y="8000457"/>
            <a:ext cx="369382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Handling missing values, exploratory analysis &amp; f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eature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12694" y="7211854"/>
            <a:ext cx="20631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Evaluation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29888" y="8000457"/>
            <a:ext cx="2628726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Testing accuracy, cross-validation &amp; metric assessme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</a:t>
            </a:r>
          </a:p>
        </p:txBody>
      </p:sp>
      <p:sp>
        <p:nvSpPr>
          <p:cNvPr name="AutoShape 17" id="17"/>
          <p:cNvSpPr/>
          <p:nvPr/>
        </p:nvSpPr>
        <p:spPr>
          <a:xfrm>
            <a:off x="2837937" y="6286500"/>
            <a:ext cx="12616569" cy="0"/>
          </a:xfrm>
          <a:prstGeom prst="line">
            <a:avLst/>
          </a:prstGeom>
          <a:ln cap="flat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827284" y="5770721"/>
            <a:ext cx="1031558" cy="10315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27753" y="5770721"/>
            <a:ext cx="1031558" cy="103155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28221" y="5770721"/>
            <a:ext cx="1031558" cy="103155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28690" y="5770721"/>
            <a:ext cx="1031558" cy="103155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429158" y="5770721"/>
            <a:ext cx="1031558" cy="1031558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133492" y="5932170"/>
            <a:ext cx="41914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33960" y="5932170"/>
            <a:ext cx="41914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34429" y="5932170"/>
            <a:ext cx="41914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34897" y="5932170"/>
            <a:ext cx="41914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735366" y="5932170"/>
            <a:ext cx="41914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626339" y="8808720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1220740"/>
            <a:chOff x="0" y="0"/>
            <a:chExt cx="5501641" cy="1627653"/>
          </a:xfrm>
        </p:grpSpPr>
        <p:sp>
          <p:nvSpPr>
            <p:cNvPr name="AutoShape 3" id="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501641" cy="10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Project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519150" y="7311304"/>
            <a:ext cx="1048380" cy="942599"/>
          </a:xfrm>
          <a:custGeom>
            <a:avLst/>
            <a:gdLst/>
            <a:ahLst/>
            <a:cxnLst/>
            <a:rect r="r" b="b" t="t" l="l"/>
            <a:pathLst>
              <a:path h="942599" w="1048380">
                <a:moveTo>
                  <a:pt x="0" y="0"/>
                </a:moveTo>
                <a:lnTo>
                  <a:pt x="1048380" y="0"/>
                </a:lnTo>
                <a:lnTo>
                  <a:pt x="1048380" y="942599"/>
                </a:lnTo>
                <a:lnTo>
                  <a:pt x="0" y="942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16872" y="2325837"/>
            <a:ext cx="8177904" cy="3553698"/>
          </a:xfrm>
          <a:custGeom>
            <a:avLst/>
            <a:gdLst/>
            <a:ahLst/>
            <a:cxnLst/>
            <a:rect r="r" b="b" t="t" l="l"/>
            <a:pathLst>
              <a:path h="3553698" w="8177904">
                <a:moveTo>
                  <a:pt x="0" y="0"/>
                </a:moveTo>
                <a:lnTo>
                  <a:pt x="8177904" y="0"/>
                </a:lnTo>
                <a:lnTo>
                  <a:pt x="8177904" y="3553697"/>
                </a:lnTo>
                <a:lnTo>
                  <a:pt x="0" y="3553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03304" y="6757478"/>
            <a:ext cx="9005040" cy="2360127"/>
          </a:xfrm>
          <a:custGeom>
            <a:avLst/>
            <a:gdLst/>
            <a:ahLst/>
            <a:cxnLst/>
            <a:rect r="r" b="b" t="t" l="l"/>
            <a:pathLst>
              <a:path h="2360127" w="9005040">
                <a:moveTo>
                  <a:pt x="0" y="0"/>
                </a:moveTo>
                <a:lnTo>
                  <a:pt x="9005040" y="0"/>
                </a:lnTo>
                <a:lnTo>
                  <a:pt x="9005040" y="2360127"/>
                </a:lnTo>
                <a:lnTo>
                  <a:pt x="0" y="2360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65682" y="1047820"/>
            <a:ext cx="5393618" cy="2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MARYAM M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HAMED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65682" y="1397635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1964" y="2665538"/>
            <a:ext cx="12057478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b="tru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InsightFlow – Smart Data Analysis  Platform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898073"/>
            <a:ext cx="257769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 Type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686676"/>
            <a:ext cx="515539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Analytics &amp; Automation Platform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34271" y="5090470"/>
            <a:ext cx="20631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0446" y="5865805"/>
            <a:ext cx="3945788" cy="144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 spc="-4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Automated Cleaning &amp; EDA</a:t>
            </a:r>
          </a:p>
          <a:p>
            <a:pPr algn="l">
              <a:lnSpc>
                <a:spcPts val="2927"/>
              </a:lnSpc>
            </a:pPr>
            <a:r>
              <a:rPr lang="en-US" sz="2090" spc="-4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Smart missing-value imputation &amp;</a:t>
            </a:r>
            <a:r>
              <a:rPr lang="en-US" sz="2090" spc="-4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data formatting</a:t>
            </a:r>
          </a:p>
          <a:p>
            <a:pPr algn="l">
              <a:lnSpc>
                <a:spcPts val="292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437212"/>
            <a:ext cx="20631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433493"/>
            <a:ext cx="515539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Build an in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teractive web app to automate data cleaning, EDA, visualization, and SQL storage.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810808"/>
            <a:ext cx="358550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Tech Stack / Tools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599411"/>
            <a:ext cx="515539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thon, Pandas, Streamlit, Plotly, SQL Server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34271" y="8386118"/>
            <a:ext cx="3338685" cy="169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Interactive Dashboards</a:t>
            </a:r>
          </a:p>
          <a:p>
            <a:pPr algn="l">
              <a:lnSpc>
                <a:spcPts val="2743"/>
              </a:lnSpc>
            </a:pPr>
            <a:r>
              <a:rPr lang="en-US" sz="1959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Dynamic Plotly</a:t>
            </a:r>
          </a:p>
          <a:p>
            <a:pPr algn="l">
              <a:lnSpc>
                <a:spcPts val="2743"/>
              </a:lnSpc>
            </a:pPr>
            <a:r>
              <a:rPr lang="en-US" sz="1959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visualizat</a:t>
            </a:r>
            <a:r>
              <a:rPr lang="en-US" sz="1959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ions </a:t>
            </a:r>
          </a:p>
          <a:p>
            <a:pPr algn="l">
              <a:lnSpc>
                <a:spcPts val="2743"/>
              </a:lnSpc>
            </a:pPr>
            <a:r>
              <a:rPr lang="en-US" sz="1959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 rapid insights</a:t>
            </a:r>
          </a:p>
          <a:p>
            <a:pPr algn="l">
              <a:lnSpc>
                <a:spcPts val="274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6772561" y="9635731"/>
            <a:ext cx="6329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004380" cy="1925590"/>
            <a:chOff x="0" y="0"/>
            <a:chExt cx="5339173" cy="2567453"/>
          </a:xfrm>
        </p:grpSpPr>
        <p:sp>
          <p:nvSpPr>
            <p:cNvPr name="AutoShape 3" id="3"/>
            <p:cNvSpPr/>
            <p:nvPr/>
          </p:nvSpPr>
          <p:spPr>
            <a:xfrm>
              <a:off x="0" y="25420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5339173" cy="1964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GET</a:t>
              </a: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 TOUCH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45900" y="2475392"/>
            <a:ext cx="6953243" cy="6953243"/>
          </a:xfrm>
          <a:custGeom>
            <a:avLst/>
            <a:gdLst/>
            <a:ahLst/>
            <a:cxnLst/>
            <a:rect r="r" b="b" t="t" l="l"/>
            <a:pathLst>
              <a:path h="6953243" w="6953243">
                <a:moveTo>
                  <a:pt x="0" y="0"/>
                </a:moveTo>
                <a:lnTo>
                  <a:pt x="6953243" y="0"/>
                </a:lnTo>
                <a:lnTo>
                  <a:pt x="6953243" y="6953244"/>
                </a:lnTo>
                <a:lnTo>
                  <a:pt x="0" y="695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65682" y="1047820"/>
            <a:ext cx="5393618" cy="2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b="true" sz="1599" spc="31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MARYAM M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1599" spc="31" strike="noStrike" u="non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HAMED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65682" y="1397635"/>
            <a:ext cx="539361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050314"/>
            <a:ext cx="4494088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128" strike="noStrike" u="none">
                <a:solidFill>
                  <a:srgbClr val="000000">
                    <a:alpha val="7490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Email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3731" y="5654516"/>
            <a:ext cx="558151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maryammoamed43@gmail.com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301" y="7159308"/>
            <a:ext cx="449408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01278630966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301" y="6555105"/>
            <a:ext cx="4494088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128">
                <a:solidFill>
                  <a:srgbClr val="000000">
                    <a:alpha val="7490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859" y="8720455"/>
            <a:ext cx="5103342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www.link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din.com/in/m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am-moh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00" spc="-128" strike="noStrike" u="none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d1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47301" y="8116253"/>
            <a:ext cx="4494088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128">
                <a:solidFill>
                  <a:srgbClr val="000000">
                    <a:alpha val="7490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</a:t>
            </a:r>
            <a:r>
              <a:rPr lang="en-US" b="true" sz="3200" spc="-128" strike="noStrike" u="none">
                <a:solidFill>
                  <a:srgbClr val="000000">
                    <a:alpha val="7490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  <a:r>
              <a:rPr lang="en-US" b="true" sz="3200" spc="-128" strike="noStrike" u="none">
                <a:solidFill>
                  <a:srgbClr val="000000">
                    <a:alpha val="7490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nk</a:t>
            </a:r>
            <a:r>
              <a:rPr lang="en-US" b="true" sz="3200" spc="-128" strike="noStrike" u="none">
                <a:solidFill>
                  <a:srgbClr val="000000">
                    <a:alpha val="7490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</a:t>
            </a:r>
            <a:r>
              <a:rPr lang="en-US" b="true" sz="3200" spc="-128" strike="noStrike" u="none">
                <a:solidFill>
                  <a:srgbClr val="000000">
                    <a:alpha val="7490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  <a:r>
              <a:rPr lang="en-US" b="true" sz="3200" spc="-128" strike="noStrike" u="none">
                <a:solidFill>
                  <a:srgbClr val="000000">
                    <a:alpha val="7490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570307"/>
            <a:ext cx="679686" cy="48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23"/>
              </a:lnSpc>
            </a:pPr>
            <a:r>
              <a:rPr lang="en-US" sz="2577" spc="-5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6350" y="1698388"/>
            <a:ext cx="8115300" cy="305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i="true" spc="-1200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57850" y="7305681"/>
            <a:ext cx="960684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spc="-3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MARYAM M</a:t>
            </a:r>
            <a:r>
              <a:rPr lang="en-US" sz="5600" spc="-3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OHAMED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086350" y="3952638"/>
            <a:ext cx="8115300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 spc="-8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3372" y="8260952"/>
            <a:ext cx="12241257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spc="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&amp; DATA ANALYSIS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DAHU0DL1Xyw</dc:identifier>
  <dcterms:modified xsi:type="dcterms:W3CDTF">2011-08-01T06:04:30Z</dcterms:modified>
  <cp:revision>1</cp:revision>
  <dc:title>Almost White and Black Simple Professional Personal Portfolio Presentation</dc:title>
</cp:coreProperties>
</file>